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59" d="100"/>
          <a:sy n="59" d="100"/>
        </p:scale>
        <p:origin x="9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354928-F2B5-4A42-9758-2D223C158EA0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61F48-57C3-4238-BAEB-42D50DE04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29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D4E2-9AB7-4688-A879-026890953DDC}" type="datetime1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10800000" flipV="1">
            <a:off x="11160784" y="5590070"/>
            <a:ext cx="811019" cy="373849"/>
          </a:xfrm>
        </p:spPr>
        <p:txBody>
          <a:bodyPr/>
          <a:lstStyle/>
          <a:p>
            <a:fld id="{2E2B52D9-11F9-4EE1-993B-C11EC8B7D1C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082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8744E-C65E-4FB1-A277-EB98E166A0B7}" type="datetime1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49660" y="5574173"/>
            <a:ext cx="811019" cy="503578"/>
          </a:xfrm>
        </p:spPr>
        <p:txBody>
          <a:bodyPr/>
          <a:lstStyle/>
          <a:p>
            <a:fld id="{2E2B52D9-11F9-4EE1-993B-C11EC8B7D1C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068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DB97D-2777-430F-8DCE-955E16004E86}" type="datetime1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B52D9-11F9-4EE1-993B-C11EC8B7D1C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709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C3D9-7EEB-47B9-99E5-71427A1D18B6}" type="datetime1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90300" y="5574173"/>
            <a:ext cx="811019" cy="503578"/>
          </a:xfrm>
        </p:spPr>
        <p:txBody>
          <a:bodyPr/>
          <a:lstStyle/>
          <a:p>
            <a:fld id="{2E2B52D9-11F9-4EE1-993B-C11EC8B7D1C3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40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CE896-00D2-4E52-A710-5080303B31AF}" type="datetime1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290300" y="5574173"/>
            <a:ext cx="811019" cy="503578"/>
          </a:xfrm>
        </p:spPr>
        <p:txBody>
          <a:bodyPr/>
          <a:lstStyle/>
          <a:p>
            <a:fld id="{2E2B52D9-11F9-4EE1-993B-C11EC8B7D1C3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369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30DC-2824-49CD-BDC5-18FD71959E9E}" type="datetime1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80981" y="5564013"/>
            <a:ext cx="811019" cy="503578"/>
          </a:xfrm>
        </p:spPr>
        <p:txBody>
          <a:bodyPr/>
          <a:lstStyle/>
          <a:p>
            <a:fld id="{2E2B52D9-11F9-4EE1-993B-C11EC8B7D1C3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595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1D979-A710-45E3-8872-87564B5908F2}" type="datetime1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69980" y="5523373"/>
            <a:ext cx="811019" cy="503578"/>
          </a:xfrm>
        </p:spPr>
        <p:txBody>
          <a:bodyPr/>
          <a:lstStyle/>
          <a:p>
            <a:fld id="{2E2B52D9-11F9-4EE1-993B-C11EC8B7D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71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336B5-E186-48A6-B6CE-69F2F534C4F0}" type="datetime1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19180" y="5574173"/>
            <a:ext cx="811019" cy="503578"/>
          </a:xfrm>
        </p:spPr>
        <p:txBody>
          <a:bodyPr/>
          <a:lstStyle/>
          <a:p>
            <a:fld id="{2E2B52D9-11F9-4EE1-993B-C11EC8B7D1C3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687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4CC5608-F9B8-4194-BD34-913A2FFF80FB}" type="datetime1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B52D9-11F9-4EE1-993B-C11EC8B7D1C3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440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E38F-56DB-48ED-AC1B-A14B531FD9FC}" type="datetime1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39500" y="5604653"/>
            <a:ext cx="811019" cy="503578"/>
          </a:xfrm>
        </p:spPr>
        <p:txBody>
          <a:bodyPr/>
          <a:lstStyle/>
          <a:p>
            <a:fld id="{2E2B52D9-11F9-4EE1-993B-C11EC8B7D1C3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451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5868-A83C-4919-BD1D-82712755FC99}" type="datetime1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49660" y="5543693"/>
            <a:ext cx="811019" cy="503578"/>
          </a:xfrm>
        </p:spPr>
        <p:txBody>
          <a:bodyPr/>
          <a:lstStyle/>
          <a:p>
            <a:fld id="{2E2B52D9-11F9-4EE1-993B-C11EC8B7D1C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331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CB552-FDD6-41A3-A04B-EC14C9C620E3}" type="datetime1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E2B52D9-11F9-4EE1-993B-C11EC8B7D1C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55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36F3C-4EE7-D584-76C6-6A0EFA1424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9F7AF9-A9E9-4173-7CDA-9AEFCF009D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Muhammad Haris</a:t>
            </a:r>
          </a:p>
          <a:p>
            <a:r>
              <a:rPr 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 Short Course | Freelancing Learner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8A9B2-C398-011D-D93A-9FDCF6A7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B52D9-11F9-4EE1-993B-C11EC8B7D1C3}" type="slidenum">
              <a:rPr lang="en-US" sz="1200" smtClean="0"/>
              <a:t>1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44487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C9CDD-0F49-2E59-8599-665C55D0D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/ Personality Traits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1438B-9964-37A2-AE71-29CAC3DA6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Name is Muhammad Haris, I study in Class 11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Personality Traits: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Curious and Eager to Learn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Friendly and Helpful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Quick to Understand new Concepts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68655-2D6F-5293-19FC-93BA76DE7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B52D9-11F9-4EE1-993B-C11EC8B7D1C3}" type="slidenum">
              <a:rPr lang="en-US" sz="1200" smtClean="0"/>
              <a:t>2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04277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18594-0C2D-715E-971E-F8A292183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Hobbies &amp; Interests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157DB-9BDC-C7F3-8780-7835F0915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Gardening (I also Run My YouTube Gardening Channel)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Exploring and Learning About computer Gadgets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Interested in Technology and Freelancing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1360F-E443-D7E8-2F39-3361BCC95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B52D9-11F9-4EE1-993B-C11EC8B7D1C3}" type="slidenum">
              <a:rPr lang="en-US" sz="1200" smtClean="0"/>
              <a:t>3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71009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230AF-2700-D8DE-1197-5560B3794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Achievements &amp; Skills Learned In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92797-5024-430C-73C5-775CB0723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Completed Matric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Course: Completed CIT Currently, Doing Freelancing Course</a:t>
            </a:r>
          </a:p>
          <a:p>
            <a:pPr>
              <a:lnSpc>
                <a:spcPct val="120000"/>
              </a:lnSpc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Skills Learned:</a:t>
            </a:r>
          </a:p>
          <a:p>
            <a:pPr marL="631825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 Word, MS Excel, PowerPoint </a:t>
            </a:r>
          </a:p>
          <a:p>
            <a:pPr marL="631825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Programming Python Only Concepts</a:t>
            </a:r>
          </a:p>
          <a:p>
            <a:pPr marL="631825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 fundamentals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350A9-1A2F-4634-70D9-AD678BB1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B52D9-11F9-4EE1-993B-C11EC8B7D1C3}" type="slidenum">
              <a:rPr lang="en-US" sz="1200" smtClean="0"/>
              <a:t>4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75189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36DEF-1129-EFE1-BDCD-6FFDF24B9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Favorite Topic &amp; Tools &amp; Strengths/Weaknesses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5C517-6BE9-E75F-92F0-29EC9AEF8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82575" indent="-282575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Favorite Topic: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MS Word (Because Creating Documents in interesting useful)</a:t>
            </a:r>
          </a:p>
          <a:p>
            <a:pPr marL="53975" indent="-53975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Favorite Tools: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MS Power Point (For Making Presentation Easily) &amp; Git</a:t>
            </a:r>
          </a:p>
          <a:p>
            <a:pPr marL="53975" indent="-53975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975" indent="-53975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Quick Learner And Good At Understand concepts </a:t>
            </a:r>
          </a:p>
          <a:p>
            <a:pPr marL="53975" indent="-53975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Weaknesses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Overthinking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066F3-C979-D647-D56D-DF21FBA4A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B52D9-11F9-4EE1-993B-C11EC8B7D1C3}" type="slidenum">
              <a:rPr lang="en-US" sz="1200" smtClean="0"/>
              <a:t>5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49793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81C34-3490-AD60-8921-9F78110D3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Goals &amp; Role Model/Inspiration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B1A0C-6276-429F-DAAB-8690DD5A1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Goals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work in IT Field In Government Sector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Work In Sindh Police Department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Work In Bano Qabil As a CIT instructor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 Model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Hafiz Naeem Ur Rehman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09CA6-55BD-8B60-E236-CE2877EFA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B52D9-11F9-4EE1-993B-C11EC8B7D1C3}" type="slidenum">
              <a:rPr lang="en-US" sz="1200" smtClean="0"/>
              <a:t>6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20106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32414-1968-8727-67A8-CCD2193A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Closing / fun Fact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0E2B6-7521-EBBB-7426-A8BB0F31D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 Fact: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 am Passionate About Both IT Skills and Gardening. Even I Run MY Own YouTube Channel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Closing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Thank you For Viewing My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30DA2-2345-A137-3251-A9326DD7C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B52D9-11F9-4EE1-993B-C11EC8B7D1C3}" type="slidenum">
              <a:rPr lang="en-US" sz="1200" smtClean="0"/>
              <a:t>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1147312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217</TotalTime>
  <Words>234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Gallery</vt:lpstr>
      <vt:lpstr>Self Presentation</vt:lpstr>
      <vt:lpstr>Introduction / Personality Traits</vt:lpstr>
      <vt:lpstr>Hobbies &amp; Interests</vt:lpstr>
      <vt:lpstr>Achievements &amp; Skills Learned In this course</vt:lpstr>
      <vt:lpstr>Favorite Topic &amp; Tools &amp; Strengths/Weaknesses  </vt:lpstr>
      <vt:lpstr>Future Goals &amp; Role Model/Inspiration </vt:lpstr>
      <vt:lpstr>Closing / fun Fact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18</cp:revision>
  <dcterms:created xsi:type="dcterms:W3CDTF">2025-09-26T19:23:58Z</dcterms:created>
  <dcterms:modified xsi:type="dcterms:W3CDTF">2025-09-27T12:59:02Z</dcterms:modified>
</cp:coreProperties>
</file>